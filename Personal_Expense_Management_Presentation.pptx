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E1F0FF"/>
                </a:solidFill>
              </a:defRPr>
            </a:pPr>
            <a:r>
              <a:t>Personal Expense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3246120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78C8FF"/>
                </a:solidFill>
              </a:defRPr>
            </a:pPr>
            <a:r>
              <a:t>Python + MySQL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1F0FF"/>
                </a:solidFill>
              </a:defRPr>
            </a:pPr>
            <a: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0B4CD"/>
                </a:solidFill>
              </a:defRPr>
            </a:pPr>
            <a:r>
              <a:t>A Python and MySQL application for managing income and expenses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508760"/>
            <a:ext cx="10241280" cy="594360"/>
          </a:xfrm>
          <a:prstGeom prst="roundRect">
            <a:avLst/>
          </a:prstGeom>
          <a:solidFill>
            <a:srgbClr val="122037"/>
          </a:solidFill>
          <a:ln>
            <a:solidFill>
              <a:srgbClr val="375F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DCEBFF"/>
                </a:solidFill>
              </a:defRPr>
            </a:pPr>
            <a:r>
              <a:t>• Records income and expense transactions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377439"/>
            <a:ext cx="10241280" cy="594360"/>
          </a:xfrm>
          <a:prstGeom prst="roundRect">
            <a:avLst/>
          </a:prstGeom>
          <a:solidFill>
            <a:srgbClr val="122037"/>
          </a:solidFill>
          <a:ln>
            <a:solidFill>
              <a:srgbClr val="375F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DCEBFF"/>
                </a:solidFill>
              </a:defRPr>
            </a:pPr>
            <a:r>
              <a:t>• Uses MySQL for persistent data storage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246120"/>
            <a:ext cx="10241280" cy="594360"/>
          </a:xfrm>
          <a:prstGeom prst="roundRect">
            <a:avLst/>
          </a:prstGeom>
          <a:solidFill>
            <a:srgbClr val="122037"/>
          </a:solidFill>
          <a:ln>
            <a:solidFill>
              <a:srgbClr val="375F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DCEBFF"/>
                </a:solidFill>
              </a:defRPr>
            </a:pPr>
            <a:r>
              <a:t>• Supports CRUD operations and validation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114800"/>
            <a:ext cx="10241280" cy="594360"/>
          </a:xfrm>
          <a:prstGeom prst="roundRect">
            <a:avLst/>
          </a:prstGeom>
          <a:solidFill>
            <a:srgbClr val="122037"/>
          </a:solidFill>
          <a:ln>
            <a:solidFill>
              <a:srgbClr val="375F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DCEBFF"/>
                </a:solidFill>
              </a:defRPr>
            </a:pPr>
            <a:r>
              <a:t>• Provides totals, balance, and reporting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1F0FF"/>
                </a:solidFill>
              </a:defRPr>
            </a:pPr>
            <a:r>
              <a:t>Personal Expense Management — Application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325880"/>
            <a:ext cx="11201400" cy="4983480"/>
          </a:xfrm>
          <a:prstGeom prst="roundRect">
            <a:avLst/>
          </a:prstGeom>
          <a:solidFill>
            <a:srgbClr val="0D182A"/>
          </a:solidFill>
          <a:ln w="19050">
            <a:solidFill>
              <a:srgbClr val="2D6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creenshot 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0523" y="1554480"/>
            <a:ext cx="8050649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1F0FF"/>
                </a:solidFill>
              </a:defRPr>
            </a:pPr>
            <a:r>
              <a:t>Income and Expense Management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325880"/>
            <a:ext cx="11201400" cy="4983480"/>
          </a:xfrm>
          <a:prstGeom prst="roundRect">
            <a:avLst/>
          </a:prstGeom>
          <a:solidFill>
            <a:srgbClr val="0D182A"/>
          </a:solidFill>
          <a:ln w="19050">
            <a:solidFill>
              <a:srgbClr val="2D6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creenshot (2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0523" y="1554480"/>
            <a:ext cx="8050649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1F0FF"/>
                </a:solidFill>
              </a:defRPr>
            </a:pPr>
            <a:r>
              <a:t>Transaction Records and Reports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325880"/>
            <a:ext cx="11201400" cy="4983480"/>
          </a:xfrm>
          <a:prstGeom prst="roundRect">
            <a:avLst/>
          </a:prstGeom>
          <a:solidFill>
            <a:srgbClr val="0D182A"/>
          </a:solidFill>
          <a:ln w="19050">
            <a:solidFill>
              <a:srgbClr val="2D6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creenshot (3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0523" y="1554480"/>
            <a:ext cx="8050649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1F0FF"/>
                </a:solidFill>
              </a:defRPr>
            </a:pPr>
            <a:r>
              <a:t>MySQL Database / CRUD Operations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325880"/>
            <a:ext cx="11201400" cy="4983480"/>
          </a:xfrm>
          <a:prstGeom prst="roundRect">
            <a:avLst/>
          </a:prstGeom>
          <a:solidFill>
            <a:srgbClr val="0D182A"/>
          </a:solidFill>
          <a:ln w="19050">
            <a:solidFill>
              <a:srgbClr val="2D6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creenshot (4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0523" y="1554480"/>
            <a:ext cx="8050649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E1F0FF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383280"/>
            <a:ext cx="9418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78C8FF"/>
                </a:solidFill>
              </a:defRPr>
            </a:pPr>
            <a:r>
              <a:t>Personal Expense Management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