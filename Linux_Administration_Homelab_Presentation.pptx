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574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1F0FF"/>
                </a:solidFill>
              </a:defRPr>
            </a:pPr>
            <a:r>
              <a:t>Linux Administration Homelab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4612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C8FF"/>
                </a:solidFill>
              </a:defRPr>
            </a:pPr>
            <a:r>
              <a:t>Practical Linux Administration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CEB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B4CD"/>
                </a:solidFill>
              </a:defRPr>
            </a:pPr>
            <a:r>
              <a:t>Hands-on configuration and verification in a Linux lab environment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10241280" cy="621792"/>
          </a:xfrm>
          <a:prstGeom prst="roundRect">
            <a:avLst/>
          </a:prstGeom>
          <a:solidFill>
            <a:srgbClr val="122037"/>
          </a:solidFill>
          <a:ln>
            <a:solidFill>
              <a:srgbClr val="37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>
                <a:solidFill>
                  <a:srgbClr val="DCEBFF"/>
                </a:solidFill>
              </a:defRPr>
            </a:pPr>
            <a:r>
              <a:t>• Linux system and network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23160"/>
            <a:ext cx="10241280" cy="621792"/>
          </a:xfrm>
          <a:prstGeom prst="roundRect">
            <a:avLst/>
          </a:prstGeom>
          <a:solidFill>
            <a:srgbClr val="122037"/>
          </a:solidFill>
          <a:ln>
            <a:solidFill>
              <a:srgbClr val="37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>
                <a:solidFill>
                  <a:srgbClr val="DCEBFF"/>
                </a:solidFill>
              </a:defRPr>
            </a:pPr>
            <a:r>
              <a:t>• SSH service setup and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337560"/>
            <a:ext cx="10241280" cy="621792"/>
          </a:xfrm>
          <a:prstGeom prst="roundRect">
            <a:avLst/>
          </a:prstGeom>
          <a:solidFill>
            <a:srgbClr val="122037"/>
          </a:solidFill>
          <a:ln>
            <a:solidFill>
              <a:srgbClr val="37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>
                <a:solidFill>
                  <a:srgbClr val="DCEBFF"/>
                </a:solidFill>
              </a:defRPr>
            </a:pPr>
            <a:r>
              <a:t>• LVM storage configuration and inspection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51960"/>
            <a:ext cx="10241280" cy="621792"/>
          </a:xfrm>
          <a:prstGeom prst="roundRect">
            <a:avLst/>
          </a:prstGeom>
          <a:solidFill>
            <a:srgbClr val="122037"/>
          </a:solidFill>
          <a:ln>
            <a:solidFill>
              <a:srgbClr val="37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>
                <a:solidFill>
                  <a:srgbClr val="DCEBFF"/>
                </a:solidFill>
              </a:defRPr>
            </a:pPr>
            <a:r>
              <a:t>• NFS export configuration and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CEBFF"/>
                </a:solidFill>
              </a:defRPr>
            </a:pPr>
            <a:r>
              <a:t>LVM Storage Configuration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11201400" cy="4983480"/>
          </a:xfrm>
          <a:prstGeom prst="roundRect">
            <a:avLst/>
          </a:prstGeom>
          <a:solidFill>
            <a:srgbClr val="0D182A"/>
          </a:solidFill>
          <a:ln w="19050">
            <a:solidFill>
              <a:srgbClr val="2D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-lvm-lsbl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528" y="1554480"/>
            <a:ext cx="7988638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CEBFF"/>
                </a:solidFill>
              </a:defRPr>
            </a:pPr>
            <a:r>
              <a:t>Linux System &amp; Network Configuration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11201400" cy="4983480"/>
          </a:xfrm>
          <a:prstGeom prst="roundRect">
            <a:avLst/>
          </a:prstGeom>
          <a:solidFill>
            <a:srgbClr val="0D182A"/>
          </a:solidFill>
          <a:ln w="19050">
            <a:solidFill>
              <a:srgbClr val="2D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-system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528" y="1554480"/>
            <a:ext cx="7988638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CEBFF"/>
                </a:solidFill>
              </a:defRPr>
            </a:pPr>
            <a:r>
              <a:t>SSH Service Configuration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11201400" cy="4983480"/>
          </a:xfrm>
          <a:prstGeom prst="roundRect">
            <a:avLst/>
          </a:prstGeom>
          <a:solidFill>
            <a:srgbClr val="0D182A"/>
          </a:solidFill>
          <a:ln w="19050">
            <a:solidFill>
              <a:srgbClr val="2D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-ssh-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528" y="1554480"/>
            <a:ext cx="7988638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CEBFF"/>
                </a:solidFill>
              </a:defRPr>
            </a:pPr>
            <a:r>
              <a:t>NFS Export Configuration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11201400" cy="4983480"/>
          </a:xfrm>
          <a:prstGeom prst="roundRect">
            <a:avLst/>
          </a:prstGeom>
          <a:solidFill>
            <a:srgbClr val="0D182A"/>
          </a:solidFill>
          <a:ln w="19050">
            <a:solidFill>
              <a:srgbClr val="2D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-nfs-ex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360" y="1554479"/>
            <a:ext cx="9622974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1F0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38328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C8FF"/>
                </a:solidFill>
              </a:defRPr>
            </a:pPr>
            <a:r>
              <a:t>Linux Administration Homelab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